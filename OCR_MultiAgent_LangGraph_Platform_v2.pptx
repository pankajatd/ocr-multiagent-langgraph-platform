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0"/>
            <a:ext cx="5029200" cy="6858000"/>
          </a:xfrm>
          <a:prstGeom prst="parallelogram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BAE6FD"/>
                </a:solidFill>
                <a:latin typeface="Calibri"/>
              </a:defRPr>
            </a:pPr>
            <a:r>
              <a:t>MULTI-AGENT OCR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  <a:defRPr sz="4200" b="1">
                <a:solidFill>
                  <a:srgbClr val="FFFFFF"/>
                </a:solidFill>
                <a:latin typeface="Calibri"/>
              </a:defRPr>
            </a:pPr>
            <a:r>
              <a:t>Intelligent Document</a:t>
            </a:r>
            <a:br/>
            <a:r>
              <a:t>Processing with</a:t>
            </a:r>
            <a:br/>
            <a:r>
              <a:t>Self-Healing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alibri"/>
              </a:defRPr>
            </a:pPr>
            <a:r>
              <a:t>Built with LangGraph  •  RapidOCR  • 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📄 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🚗  License 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572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🧾  Invoices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Pankaj Todkar  |  github.com/pankajatd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69164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099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traditional OCR fails on real-world documents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500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50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682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Multi-agent architecture with intelligent routing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00837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083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Meet the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266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8 specialized AI agents and what each one does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66674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667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The Complete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850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Step-by-step: from image upload to structured output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3251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25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Self-Healing Magic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43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How agents automatically fix their own mistakes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98348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Three Business Domains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0017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Documents, License Plates, and Invoices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64184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41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Live Demo &amp;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6601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Dashboard, CLI, and test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Why Traditional OCR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Single-pass OCR tools crash or produce garbage on real-world messy documents.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502920" cy="502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01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One-Size-Fits-All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Treats a book page, license plate, and invoice identically — missing domain-specific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17520"/>
            <a:ext cx="502920" cy="502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99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No Error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A single misread character ($275 → $2750) corrupts the entire output with no fix.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502920" cy="502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965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Manual 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Humans must review and correct every OCR error — expensive and slow.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212080"/>
            <a:ext cx="502920" cy="502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93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Fragile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If preprocessing fails (dark image, skewed scan), the whole pipeline crashes.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A Team of AI Agents That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Instead of one monolithic OCR tool, we use 8 specialized agents that collaborate, route intelligently, and self-correct.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12064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🧠  Smart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An Orchestrator Agent reads the image and decides: Is this a document, a license plate, or an invoice? Then sends it to the right specialist.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12064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🎯  Domain Experts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Each specialist agent knows its domain deeply — accounting rules for invoices, traffic syntax for plates, layout logic for 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51206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793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🔄  Self-Healing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When an agent detects an error (wrong math, confused characters), an Error Resolver Agent automatically fixes it — no human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114800"/>
            <a:ext cx="512064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2793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🛡️  Never Crashes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70916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Built-in retry limits and graceful degradation ensure the system always returns a result, even on terrible image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AGENT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Meet the 8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Each agent has a single responsibility and passes state to the next agent via LangGraph.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🛠️  Preprocessor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Cleans &amp; enhances the image</a:t>
            </a:r>
            <a:br/>
            <a:r>
              <a:t>(deskew, contrast, noise removal)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5603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👁️  OCR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Reads text from the image</a:t>
            </a:r>
            <a:br/>
            <a:r>
              <a:t>(RapidOCR + Tesseract fallback)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56032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🧠  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Classifies document type &amp;</a:t>
            </a:r>
            <a:br/>
            <a:r>
              <a:t>routes to the right specialist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8288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82880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📄  Doc Digitizer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Extracts layout, paragraphs,</a:t>
            </a:r>
            <a:br/>
            <a:r>
              <a:t>headings &amp; search index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25603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🚗  Plate Reader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37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Extracts license plate number,</a:t>
            </a:r>
            <a:br/>
            <a:r>
              <a:t>validates jurisdiction format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20624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4206240"/>
            <a:ext cx="25603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🧾  Invoice Scanner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937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Extracts vendor, line items,</a:t>
            </a:r>
            <a:br/>
            <a:r>
              <a:t>totals &amp; verifies math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0624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206240"/>
            <a:ext cx="256032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🩺  Error Resolver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937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Diagnoses &amp; auto-fixes errors</a:t>
            </a:r>
            <a:br/>
            <a:r>
              <a:t>(math, char confusion, re-filter)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420624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4206240"/>
            <a:ext cx="25603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📦  Postprocessor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937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Packages final output as</a:t>
            </a:r>
            <a:br/>
            <a:r>
              <a:t>structured JSON &amp; Markdown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The Complete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Follow the numbered steps to see how an image travels through all 8 agents.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Upload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Image/PDF/</a:t>
            </a:r>
            <a:br/>
            <a:r>
              <a:t>CSV/TXT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94560" y="1993392"/>
            <a:ext cx="4572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26080" y="18288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Preprocess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Deskew, CLAHE</a:t>
            </a:r>
            <a:br/>
            <a:r>
              <a:t>Noise cleanup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80560" y="1993392"/>
            <a:ext cx="4572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12080" y="1828800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OCR Scan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Extract text &amp;</a:t>
            </a:r>
            <a:br/>
            <a:r>
              <a:t>confidence scores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66560" y="1993392"/>
            <a:ext cx="4572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79" y="18288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Classify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Detect document</a:t>
            </a:r>
            <a:br/>
            <a:r>
              <a:t>type &amp; route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7699248" y="3291840"/>
            <a:ext cx="201168" cy="4572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72768" y="3749039"/>
            <a:ext cx="722376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1517904" y="3749039"/>
            <a:ext cx="201168" cy="3657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1148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09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Document</a:t>
            </a:r>
            <a:br/>
            <a:r>
              <a:t>Digitizer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Layout &amp;</a:t>
            </a:r>
            <a:br/>
            <a:r>
              <a:t>search index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4901184" y="3749039"/>
            <a:ext cx="201168" cy="3657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54880" y="411480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709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License Plate</a:t>
            </a:r>
            <a:br/>
            <a:r>
              <a:t>Reader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ANPR &amp;</a:t>
            </a:r>
            <a:br/>
            <a:r>
              <a:t>validation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284464" y="3749039"/>
            <a:ext cx="201168" cy="3657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4114800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709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Invoice</a:t>
            </a:r>
            <a:br/>
            <a:r>
              <a:t>Scanner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Line items &amp;</a:t>
            </a:r>
            <a:br/>
            <a:r>
              <a:t>math audit</a:t>
            </a:r>
          </a:p>
        </p:txBody>
      </p:sp>
      <p:sp>
        <p:nvSpPr>
          <p:cNvPr id="30" name="Oval 29"/>
          <p:cNvSpPr/>
          <p:nvPr/>
        </p:nvSpPr>
        <p:spPr>
          <a:xfrm>
            <a:off x="3200400" y="5486400"/>
            <a:ext cx="502920" cy="50292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6080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Check accuracy</a:t>
            </a:r>
            <a:br/>
            <a:r>
              <a:t>&amp; math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37760" y="5650992"/>
            <a:ext cx="4572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60720" y="54864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6080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Package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JSON &amp;</a:t>
            </a:r>
            <a:br/>
            <a:r>
              <a:t>Markdown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486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🔄 If errors found →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Error Resolver auto-fixes</a:t>
            </a:r>
            <a:br/>
            <a:r>
              <a:t>or loops back to Step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🧠 The Orchestrator Agent — Smart Document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The Orchestrator analyzes the OCR text and automatically decides which specialist should handle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📄  Routes to Document Digitizer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30175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Detects keywords: paragraph, section, chapter, abstract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High word count (&gt;50 words)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Normal aspect ratio (standard page)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Example: Scanned research paper, letter,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92024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920240"/>
            <a:ext cx="34747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2084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🚗  Routes to License Plate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14600"/>
            <a:ext cx="30175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Detects keywords: plate, registration, vehicle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Very low word count (&lt; 10 words)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Wide aspect ratio (typical plate shape)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Example: Highway toll camera capture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8" y="192024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8" y="1920240"/>
            <a:ext cx="34747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2084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🧾  Routes to Invoice Scanner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2514600"/>
            <a:ext cx="30175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Detects keywords: invoice, total, subtotal, tax, amount, qty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Medium word count with financial terms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Contains number patterns like $, %, decimals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Example: Vendor bill, bank statement, receipt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BUSINESS DOMAIN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📄 Document Digitizer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Converts scanned papers into structured, searchable digital archives.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3035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📝  What It Extracts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Document title and section headings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Body paragraphs in correct reading order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Word count and estimated reading time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Full-text search index (keyword → frequency map)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Clean Markdown export for web publishing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30352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💡  Real-World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Digitize paper archives for law firms &amp; hospitals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Convert scanned research papers to searchable text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Index legacy documents for enterprise search engines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Enable text-based search across thousands of PDFs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Automated compliance document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BUSINESS DOMAIN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🚗 License Plate Reader (ANPR)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Automatic Number Plate Recognition for smart traffic and security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3035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🔍  What It Extracts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Alphanumeric plate registration number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Jurisdiction validation (US, UK, EU formats)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Character disambiguation (O→0, I→1, B→8)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Filters out frame noise and dealer logos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Simulated traffic telemetry (toll gate, lane, speed)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3035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💡  Real-World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Highway toll collection (automatic billing)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Parking lot entry/exit management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Law enforcement vehicle lookups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Smart city traffic flow monitoring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Security checkpoint vehicle screening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BUSINESS DOMAIN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🧾 Invoice &amp; Receipt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Automated financial data extraction with mathematical integrity verification.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3035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🔍  What It Extracts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Vendor name and invoice ID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Invoice date and payment terms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Line items table (description, qty, price, total)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Financial summary: subtotal, tax, grand total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Math audit: verifies Subtotal + Tax = Grand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303520" cy="640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💡  Real-World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Automated accounts payable data entry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Expense report processing and validation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Fraud detection via math discrepancy alerts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ERP system integration (SAP, QuickBooks)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Bank statement and transaction digitization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KEY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🔄 Self-Healing Error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The Error Resolver Agent automatically detects and fixes mistakes — no human review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640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❌  BEFORE (Error Detected)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Invoice OCR reads: Grand Total = $2,750.00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But Subtotal ($250) + Tax ($25) = $275.00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Math audit FAILS: $275 ≠ $2,750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License plate reads: ABO2CDE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Jurisdiction regex requires digits at pos 2-3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Syntax validation FAILS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51960" y="3657600"/>
            <a:ext cx="731520" cy="201168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Auto-Fix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9202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1920240"/>
            <a:ext cx="34747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084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✅  AFTER (Self-Healed)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51460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Detects decimal shift: $2,750 → $275.00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Recalculates: $250 + $25 = $275.00  ✓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Math audit PASSES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Detects char confusion: 'O' should be '0'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Fixes: ABO2CDE → AB02CDE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Syntax validation PASSES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92024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920240"/>
            <a:ext cx="27432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848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🖼️  Image Re-Filter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14600"/>
            <a:ext cx="22860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If image is too dark or blurry: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→ Requests CLAHE boost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→ Inverts colors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→ Loops back to Preprocessor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→ Re-scans the image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→ Retries up to max limit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▸  → Always returns best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SELF-HEALING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How the Error Resolver Makes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A step-by-step decision tree showing how the Error Resolver diagnoses and fixes each type of error.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Error Detected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Validation failed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1993392"/>
            <a:ext cx="457200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3017520" y="1737360"/>
            <a:ext cx="1828800" cy="914400"/>
          </a:xfrm>
          <a:prstGeom prst="diamond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Calibri"/>
              </a:defRPr>
            </a:pPr>
            <a:r>
              <a:t>Retries left?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1993392"/>
            <a:ext cx="457200" cy="201168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691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Yes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840480" y="2743200"/>
            <a:ext cx="201168" cy="365760"/>
          </a:xfrm>
          <a:prstGeom prst="downArrow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743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200400"/>
            <a:ext cx="1828800" cy="548640"/>
          </a:xfrm>
          <a:prstGeom prst="roundRect">
            <a:avLst/>
          </a:prstGeom>
          <a:solidFill>
            <a:srgbClr val="FEE2E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latin typeface="Calibri"/>
              </a:defRPr>
            </a:pPr>
            <a:r>
              <a:t>Best-Effort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737360"/>
            <a:ext cx="17373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737360"/>
            <a:ext cx="17373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🧮 Math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3774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>
                <a:solidFill>
                  <a:srgbClr val="334155"/>
                </a:solidFill>
                <a:latin typeface="Calibri"/>
              </a:defRPr>
            </a:pPr>
            <a:r>
              <a:t>Rebalance equation</a:t>
            </a:r>
            <a:br/>
            <a:r>
              <a:t>$2750→$275.00</a:t>
            </a:r>
            <a:br/>
            <a:r>
              <a:t>Mark valid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737360"/>
            <a:ext cx="17373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737360"/>
            <a:ext cx="173736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🔤 Char 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3774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>
                <a:solidFill>
                  <a:srgbClr val="334155"/>
                </a:solidFill>
                <a:latin typeface="Calibri"/>
              </a:defRPr>
            </a:pPr>
            <a:r>
              <a:t>Fix O→0, I→1</a:t>
            </a:r>
            <a:br/>
            <a:r>
              <a:t>Re-validate syntax</a:t>
            </a:r>
            <a:br/>
            <a:r>
              <a:t>Mark valid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1737360"/>
            <a:ext cx="17373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737360"/>
            <a:ext cx="17373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🖼️ Re-Filter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3774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>
                <a:solidFill>
                  <a:srgbClr val="334155"/>
                </a:solidFill>
                <a:latin typeface="Calibri"/>
              </a:defRPr>
            </a:pPr>
            <a:r>
              <a:t>Apply CLAHE/Invert</a:t>
            </a:r>
            <a:br/>
            <a:r>
              <a:t>Loop to Preprocessor</a:t>
            </a:r>
            <a:br/>
            <a:r>
              <a:t>Re-scan image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Technology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Built entirely in Python with production-grade open-source libraries.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🔗  LangGraph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StateGraph engine for multi-agent orchestration with conditional edges and cyclical loops.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920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920240"/>
            <a:ext cx="347472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2084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👁️  RapidOCR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146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ONNX-based OCR engine for fast CPU/GPU text detection with bounding box coordinates.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8" y="1920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8" y="1920240"/>
            <a:ext cx="34747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2084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🖼️  OpenCV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25146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Computer vision preprocessing: deskew (HoughLines), CLAHE contrast, bilateral noise filtering.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3474720" cy="640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70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📊  Streamlit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Interactive web dashboard for file upload, image preview, and real-time agent monitoring.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4206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4206240"/>
            <a:ext cx="34747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4370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📄  PyMuPDF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8006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PDF rendering at 200 DPI with digital text extraction for multi-format document loading.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8" y="4206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8" y="4206240"/>
            <a:ext cx="34747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8" y="43708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🧪  Pytest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8" y="48006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▸  Automated test suite with 9 passing tests covering all agents and self-healing scenarios.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Testing &amp; Verification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Every agent and self-healing strategy is covered by automated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E2E8F0"/>
                </a:solidFill>
              </a:defRPr>
            </a:pPr>
            <a:r>
              <a:t>LangGraph Multi-Agent OCR Platform  |  github.com/pankajatd/ocr-multiagent-langgraph-platform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59669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Pass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9770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Self-Healing</a:t>
            </a:r>
            <a:br/>
            <a:r>
              <a:t>Strategies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3AED"/>
                </a:solidFill>
                <a:latin typeface="Calibri"/>
              </a:defRPr>
            </a:pPr>
            <a:r>
              <a:t>&lt; 1s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Avg Agent</a:t>
            </a:r>
            <a:br/>
            <a:r>
              <a:t>Execution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test_orchestrator_classification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Verifies correct routing for all 3 document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test_error_resolver_invoice_math_healing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03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Validates automatic decimal shift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test_error_resolver_plate_confusion_healing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Tests O→0 and I→1 character disambiguation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test_end_to_end_document_graph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709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Full pipeline: image → preprocessor → OCR → digitizer →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test_end_to_end_invoice_graph_with_error_resolution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212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Invoice with intentional math error → self-healed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test_end_to_end_license_plate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715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Full pipeline: plate image → ANPR → validated plate number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AE6FD"/>
                </a:solidFill>
                <a:latin typeface="Calibri"/>
              </a:defRPr>
            </a:pPr>
            <a:r>
              <a:t>Multi-Agent OCR Platform with Self-Healing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931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E2E8F0"/>
                </a:solidFill>
                <a:latin typeface="Calibri"/>
              </a:defRPr>
            </a:pPr>
            <a:r>
              <a:t>👤   Pankaj Todkar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434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E2E8F0"/>
                </a:solidFill>
                <a:latin typeface="Calibri"/>
              </a:defRPr>
            </a:pPr>
            <a:r>
              <a:t>🔗   github.com/pankajatd/ocr-multiagent-langgraph-platform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937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E2E8F0"/>
                </a:solidFill>
                <a:latin typeface="Calibri"/>
              </a:defRPr>
            </a:pPr>
            <a:r>
              <a:t>📧   pankajatd@gmail.com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