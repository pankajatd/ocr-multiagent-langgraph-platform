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93C5FD"/>
                </a:solidFill>
              </a:defRPr>
            </a:pPr>
            <a:r>
              <a:t>AUTONOMOUS VISION WORKFLOW &amp; SELF-HEALING ARCHITECTURE</a:t>
            </a:r>
          </a:p>
          <a:p>
            <a:pPr>
              <a:spcAft>
                <a:spcPts val="1600"/>
              </a:spcAft>
              <a:defRPr sz="3600" b="1">
                <a:solidFill>
                  <a:srgbClr val="FFFFFF"/>
                </a:solidFill>
              </a:defRPr>
            </a:pPr>
            <a:r>
              <a:t>Optical Character Recognition (OCR)</a:t>
            </a:r>
            <a:br/>
            <a:r>
              <a:t>Multi-Agent Platform with LangGraph</a:t>
            </a:r>
          </a:p>
          <a:p>
            <a:pPr>
              <a:defRPr sz="1600">
                <a:solidFill>
                  <a:srgbClr val="E0E7FF"/>
                </a:solidFill>
              </a:defRPr>
            </a:pPr>
            <a:r>
              <a:t>Document Digitization • Smart Traffic ANPR • Automated Invoice Extraction • Self-Correction Feedback Loops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LANGGRAPH MULTI-AGENT OCR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Executive Overview: Transforming OCR from Fragile to Resilient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29184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11827"/>
                </a:solidFill>
              </a:defRPr>
            </a:pPr>
            <a:r>
              <a:t>Traditional OCR Limits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Single-pass linear execution fails on real-world noise.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A missing decimal or inverted color crashes the entire pipeline.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Requires manual human intervention for minor optical ambiguities.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One-size-fits-all model treats books, license plates, and receipts identically.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463040"/>
            <a:ext cx="3291840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4592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11827"/>
                </a:solidFill>
              </a:defRPr>
            </a:pPr>
            <a:r>
              <a:t>The Multi-Agent Solution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Orchestrator Agent intelligently classifies and routes documents to domain specialists.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Specialist agents implement deep domain semantics (accounting math, ANPR syntax).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Adaptive computer vision preprocessor handles deskewing and CLAHE contrast equalization.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291840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4592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11827"/>
                </a:solidFill>
              </a:defRPr>
            </a:pPr>
            <a:r>
              <a:t>Self-Healing Cyclical Graph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Autonomous Error Resolver Agent intercepts validation failures.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Reconciles math discrepancies and fixes optical character confusions ('O' vs '0').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Loops back to re-filter degraded images without terminating the workflow.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LANGGRAPH MULTI-AGENT OCR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Target Business Domains &amp; Specialized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291840" cy="91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11827"/>
                </a:solidFill>
              </a:defRPr>
            </a:pPr>
            <a:r>
              <a:t>📄 Document Digitizer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Goal: Digital Archiving &amp; Search.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Segments headings, subheaders, and body paragraphs into reading order.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Computes word counts and estimated reading durations.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Builds full-text search indexes with keyword token frequencies.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Exports clean Markdown and searchable JSON.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463040"/>
            <a:ext cx="3291840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4592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11827"/>
                </a:solidFill>
              </a:defRPr>
            </a:pPr>
            <a:r>
              <a:t>🚗 Smart Traffic ANPR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Goal: Automated License Plate Recognition.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Extracts alphanumeric registration marks.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Validates syntax against US, UK, and EU traffic jurisdiction rules.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Filters out decorative frame noise.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Simulates smart traffic telemetry: Toll gate ID, speed tags, and security checks.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291840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4592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11827"/>
                </a:solidFill>
              </a:defRPr>
            </a:pPr>
            <a:r>
              <a:t>🧾 Invoice &amp; Accounting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Goal: Automated ERP Data Entry.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Extracts vendor name, invoice ID, and billing dates.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Parses itemized tables (description, quantity, unit price, total).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Mathematical Audit: Verifies Subtotal + Tax = Grand Total.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Eliminates billing fraud and OCR decimal slips.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LANGGRAPH MULTI-AGENT OCR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LangGraph Cyclical State Machine &amp; Agent Topology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120640" cy="91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11827"/>
                </a:solidFill>
              </a:defRPr>
            </a:pPr>
            <a:r>
              <a:t>State Transition Steps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1. Input: Receives raw image path and optional user override.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2. Preprocessor Agent: Measures blur, contrast, and skew angle via HoughLines; applies adaptive enhancement.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3. Unified OCR Engine: RapidOCR (ONNX runtime) detects text bounding boxes and confidence scores.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4. Orchestrator Agent: Routes payload to Document, License Plate, or Invoice Specialist.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5. Specialist Node: Extracts domain entities and executes strict validation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120640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11827"/>
                </a:solidFill>
              </a:defRPr>
            </a:pPr>
            <a:r>
              <a:t>The Error Resolution Loop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6. Validation Check: Evaluates is_valid flag.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• Valid extractions move immediately to Postprocessor.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• Discrepancies route to Error Resolver Agent.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7. Error Resolver Agent: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• In-Memory Fix: Solves mathematical slips and syntax ambiguities directly.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• Optical Re-filter: Increments retry counter and loops back to Preprocessor with targeted filter (CLAHE, Invert).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8. Postprocessor Node: Bundles artifacts and returns SUCCESS.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LANGGRAPH MULTI-AGENT OCR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Deep Dive: Autonomous Error Resolver &amp; Self-Healing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291840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11827"/>
                </a:solidFill>
              </a:defRPr>
            </a:pPr>
            <a:r>
              <a:t>Strategy 1: Math Healing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Problem: Optical decimal shift ($2750.00 instead of $275.00).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Diagnosis: Equation check identifies subtotal + tax = 275.0 != 2750.0.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Resolution: Rebalances equation, sets grand total to $275.00, logs audit event, and marks is_valid=True.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463040"/>
            <a:ext cx="3291840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4592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11827"/>
                </a:solidFill>
              </a:defRPr>
            </a:pPr>
            <a:r>
              <a:t>Strategy 2: Optical Repair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Problem: Low contrast or dark-mode license plate fails OCR.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Diagnosis: Quality metrics detect inverted luminance.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Resolution: Triggers 'invert_colors' or 'aggressive_clahe', loops back to Preprocessor, and re-scans with high confidence.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291840" cy="91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4592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11827"/>
                </a:solidFill>
              </a:defRPr>
            </a:pPr>
            <a:r>
              <a:t>Strategy 3: Syntax Healing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Problem: Optical confusion between letters and digits ('O' vs '0', 'I' vs '1').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Diagnosis: License plate regex requires digits at positions 2 and 3.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Resolution: Replaces letter 'O' with digit '0' ('ABO2CDE' -&gt; 'AB02CDE') seamlessly.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LANGGRAPH MULTI-AGENT OCR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System Verification &amp; Pytest Test Suite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120640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11827"/>
                </a:solidFill>
              </a:defRPr>
            </a:pPr>
            <a:r>
              <a:t>Automated Test Matrix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✅ test_orchestrator_classification: Validates multi-cue routing across all 3 domains.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✅ test_error_resolver_invoice_math_healing: Verifies autonomous repair of decimal-shifted invoices.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✅ test_error_resolver_plate_confusion_healing: Tests character disambiguation on plate syntax.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✅ test_end_to_end_document_graph: Full pipeline test on multi-paragraph archival paper.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✅ test_end_to_end_invoice_graph_with_error_resolution: End-to-end self-healing verification.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✅ test_end_to_end_license_plate: Full pipeline test on vehicle registration.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120640" cy="91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11827"/>
                </a:solidFill>
              </a:defRPr>
            </a:pPr>
            <a:r>
              <a:t>Benchmark Performance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• Pass Rate: 100% (6/6 tests passing).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• OCR Confidence: Consistently &gt; 95% on clean scans and &gt; 70% on noisy/skewed documents.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• Zero External C++ Dependency: Built on self-contained RapidOCR ONNX runtime.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• Infinite Loop Safeguard: Max retries guard ensures graceful degradation even on impossible inputs.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• Execution Latency: Average 0.8s per agent execution cycle on standard CPU.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LANGGRAPH MULTI-AGENT OCR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Operational Execution: Streamlit Web UI &amp; CLI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120640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11827"/>
                </a:solidFill>
              </a:defRPr>
            </a:pPr>
            <a:r>
              <a:t>🌐 Streamlit Web Dashboard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Command: .\venv_ocr\Scripts\python.exe run_ocr_app.py ui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Features: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• Preloaded Scenario Selector (Clean Doc, Noisy Doc, Plates, Invoices).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• Side-by-side visual comparison of Raw vs Preprocessed images.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• Live Agent Execution Timeline &amp; State Monitoring.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• Real-time Self-Healing Audit Card showing before/after repairs.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• One-click export to structured JSON and Markdown.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120640" cy="91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11827"/>
                </a:solidFill>
              </a:defRPr>
            </a:pPr>
            <a:r>
              <a:t>⚡ Command Line Interface (CLI)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Command: .\venv_ocr\Scripts\python.exe run_ocr_app.py --demo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Features: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• Processes all 6 synthetic scenarios in batch mode.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• Renders colored Rich summary tables and telemetry in terminal.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• Displays incident diagnosis and resolution attempt logs.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</a:defRPr>
            </a:pPr>
            <a:r>
              <a:t>• • Supports single image scanning via --image &lt;path&gt;.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